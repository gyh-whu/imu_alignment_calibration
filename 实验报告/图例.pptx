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30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863F-E289-4C78-A8E7-598ADFBAB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BBC113-E192-4405-BE3B-9DB182887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0FD176-D4B3-4741-B9BE-D8F1E278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8F8C6-A20B-4207-BB2B-DDCD57F1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BEBF1-2C84-44EA-B014-759C0B2D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9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C993B-064B-47F5-B12B-75705D30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29106-FDFE-46FA-AA4E-1F799CDAE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7A80F-1F25-49B8-BD90-ACE7B420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97CC0-FDDB-4D0A-9357-20342CFC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86BFD-F6A0-49DE-93E4-D800304B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9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C1E11-1F6B-42AC-B751-B323C6BF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DEF613-E60B-4D2E-B86B-A8C21B00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7A162-FA69-431C-A7B8-D29C8BDE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59FE0E-2180-45E9-A5F0-678C5DFC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E55E0-56B7-4E10-A098-46070CE5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70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3A27F-5ED0-4F9A-BA49-E311E95D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C0AA1-4646-4255-87C7-D95332646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74827D-F737-428A-8147-CC18E512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CCDF93-EC36-47FD-9904-3699E82C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0F723-0C0C-4B39-B0BD-9E507BB2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3A385-ADC3-4721-BD95-238CFD89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12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5CC62-CE4C-4FBE-B300-4C7955B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2D08A-524F-4702-BC09-1294FB070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B9255B-92E8-4B4C-8618-03AAB51FE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71C543-8062-4A3F-A99C-1E7A57FA2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572977-DAE1-473F-88DE-42C1A55EF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6531C5-DC36-43EB-826E-10817C12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315904-63A0-42AF-A6F6-E44DC0B6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A3418-5B72-47C6-A873-133CC39D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4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8C347-850E-43CD-8A47-99AFBD01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DA8259-5376-49F8-BA55-08553A7C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72767D-284A-4678-9E19-F8333C86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335E37-E5BC-4C21-938A-38507104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37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B3841E-04E1-424E-8D1D-E3C7696D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77A6DD-5F9E-4011-829B-40DE017C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E4DE47-1EE6-4F0F-AD0E-0B0DA2F3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90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EF2F2-96D8-4FDC-8983-2ED16367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D9561-758B-4943-B093-9167450C9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DBB1B9-115D-42C8-A5FE-6BC2EAE21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4B2D18-A18D-4AD0-9A14-FB9FAE71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E239C3-7FC2-40CA-A773-4C49A93F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9D4A39-1914-444C-9706-7AD0FBD3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4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1E5C1-92D5-4D0C-BA2B-01A48B34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3B7866-FD02-43C2-AFC2-7ACAE9946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2BC44E-D959-4E62-90DA-63C5A322D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7688A4-C8D6-4733-A992-562B7964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DAFC51-B24D-4ED6-B1AE-A8549640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6D0A94-65EC-4A4D-982F-45D303B3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72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31CB0-3302-4C4A-9938-358CAAFC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908AF8-81F5-427D-8875-96575B21C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C02A6-F99F-4023-A690-76416E4A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FFD357-88E1-4B52-9F32-CBD180DE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F13C1C-3B92-4781-80F0-75813EC0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85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9E0983-9C60-4296-863C-9893C70C0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64A616-ED78-4D1E-B85E-38B810808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F5609-5EDA-4800-ABEE-BA2ABDE5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344576-FE72-4198-B9FB-28B8954B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A3713-F629-4247-8AAF-633AFF8F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35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143135-FCC5-4C98-BB94-EB4CD435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05E71E-9374-47BA-AFE0-C5816633A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CA8950-B86C-44D6-8B67-D7EA37DC2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2F940-8225-491D-A40C-5EC5F494FA94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8CBCB-F875-4F44-A9DE-F1B2CE8B5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4209B-DFE3-44E2-93F7-398D95278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7C38B-3810-40CD-9932-2D97E11B4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7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158B66A-22DA-4CE9-B9E5-92FA57D613B0}"/>
              </a:ext>
            </a:extLst>
          </p:cNvPr>
          <p:cNvGrpSpPr/>
          <p:nvPr/>
        </p:nvGrpSpPr>
        <p:grpSpPr>
          <a:xfrm>
            <a:off x="156286" y="1954764"/>
            <a:ext cx="2306997" cy="1852127"/>
            <a:chOff x="557502" y="718456"/>
            <a:chExt cx="2306997" cy="185212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7A31E80-A56F-4A9B-8150-452A7DD708C4}"/>
                </a:ext>
              </a:extLst>
            </p:cNvPr>
            <p:cNvSpPr/>
            <p:nvPr/>
          </p:nvSpPr>
          <p:spPr>
            <a:xfrm>
              <a:off x="557502" y="718456"/>
              <a:ext cx="2272004" cy="18521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5413D36-0586-470B-960C-4128088622CE}"/>
                </a:ext>
              </a:extLst>
            </p:cNvPr>
            <p:cNvSpPr/>
            <p:nvPr/>
          </p:nvSpPr>
          <p:spPr>
            <a:xfrm>
              <a:off x="965715" y="107768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加速度计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BE421E8-B12E-4705-B21B-730BA67D05BB}"/>
                </a:ext>
              </a:extLst>
            </p:cNvPr>
            <p:cNvSpPr/>
            <p:nvPr/>
          </p:nvSpPr>
          <p:spPr>
            <a:xfrm>
              <a:off x="965714" y="175726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陀螺仪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18B6EC2-1873-45CC-AB68-0F07D692B62F}"/>
                </a:ext>
              </a:extLst>
            </p:cNvPr>
            <p:cNvSpPr txBox="1"/>
            <p:nvPr/>
          </p:nvSpPr>
          <p:spPr>
            <a:xfrm>
              <a:off x="2029409" y="2282701"/>
              <a:ext cx="83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原始数据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15D813-B0F3-467D-BA5C-F79FA72678F1}"/>
              </a:ext>
            </a:extLst>
          </p:cNvPr>
          <p:cNvGrpSpPr/>
          <p:nvPr/>
        </p:nvGrpSpPr>
        <p:grpSpPr>
          <a:xfrm>
            <a:off x="3361870" y="1954764"/>
            <a:ext cx="2418963" cy="1856791"/>
            <a:chOff x="3538632" y="1954764"/>
            <a:chExt cx="2418963" cy="185679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8EC9C6F-CB32-4894-9667-CC6860F08A56}"/>
                </a:ext>
              </a:extLst>
            </p:cNvPr>
            <p:cNvSpPr/>
            <p:nvPr/>
          </p:nvSpPr>
          <p:spPr>
            <a:xfrm>
              <a:off x="3970174" y="3330255"/>
              <a:ext cx="1408923" cy="4276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交轴耦合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8D1C2E0E-ADD3-4A01-A924-302A217557B9}"/>
                </a:ext>
              </a:extLst>
            </p:cNvPr>
            <p:cNvSpPr/>
            <p:nvPr/>
          </p:nvSpPr>
          <p:spPr>
            <a:xfrm>
              <a:off x="3973281" y="2621127"/>
              <a:ext cx="1405816" cy="51940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比例因子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BB28E11-407C-499D-BF67-C356D17D6574}"/>
                </a:ext>
              </a:extLst>
            </p:cNvPr>
            <p:cNvSpPr/>
            <p:nvPr/>
          </p:nvSpPr>
          <p:spPr>
            <a:xfrm>
              <a:off x="3970173" y="2021629"/>
              <a:ext cx="1408923" cy="4276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零偏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B3C99B8-5BB4-48F5-8643-D2903988DB02}"/>
                </a:ext>
              </a:extLst>
            </p:cNvPr>
            <p:cNvSpPr/>
            <p:nvPr/>
          </p:nvSpPr>
          <p:spPr>
            <a:xfrm>
              <a:off x="3538632" y="1954764"/>
              <a:ext cx="2272004" cy="18521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61DA010-6C0C-4AD6-AEE7-CF6DB74C8D5A}"/>
                </a:ext>
              </a:extLst>
            </p:cNvPr>
            <p:cNvSpPr txBox="1"/>
            <p:nvPr/>
          </p:nvSpPr>
          <p:spPr>
            <a:xfrm>
              <a:off x="5379096" y="3534556"/>
              <a:ext cx="5784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误差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FF288AD-DEA9-40CF-A6E4-F1A3F72FB003}"/>
              </a:ext>
            </a:extLst>
          </p:cNvPr>
          <p:cNvGrpSpPr/>
          <p:nvPr/>
        </p:nvGrpSpPr>
        <p:grpSpPr>
          <a:xfrm>
            <a:off x="6679420" y="1954764"/>
            <a:ext cx="2306997" cy="1852127"/>
            <a:chOff x="557502" y="718456"/>
            <a:chExt cx="2306997" cy="185212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A70AF24-4FF4-44AC-87BA-B61E8DEE2C98}"/>
                </a:ext>
              </a:extLst>
            </p:cNvPr>
            <p:cNvSpPr/>
            <p:nvPr/>
          </p:nvSpPr>
          <p:spPr>
            <a:xfrm>
              <a:off x="557502" y="718456"/>
              <a:ext cx="2272004" cy="18521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DCED984-7DC8-4D5C-A201-0F8E0E4C1609}"/>
                </a:ext>
              </a:extLst>
            </p:cNvPr>
            <p:cNvSpPr/>
            <p:nvPr/>
          </p:nvSpPr>
          <p:spPr>
            <a:xfrm>
              <a:off x="965715" y="107768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加速度计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17293400-2EFD-49FE-BF13-80E5ED10BCF0}"/>
                </a:ext>
              </a:extLst>
            </p:cNvPr>
            <p:cNvSpPr/>
            <p:nvPr/>
          </p:nvSpPr>
          <p:spPr>
            <a:xfrm>
              <a:off x="965714" y="175726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陀螺仪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EE1F1B3-6F97-4616-8BC0-47ECA1883017}"/>
                </a:ext>
              </a:extLst>
            </p:cNvPr>
            <p:cNvSpPr txBox="1"/>
            <p:nvPr/>
          </p:nvSpPr>
          <p:spPr>
            <a:xfrm>
              <a:off x="2029409" y="2282701"/>
              <a:ext cx="83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原始数据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39AE3B3-8B8B-4D9E-A324-7DB0C5B40198}"/>
              </a:ext>
            </a:extLst>
          </p:cNvPr>
          <p:cNvGrpSpPr/>
          <p:nvPr/>
        </p:nvGrpSpPr>
        <p:grpSpPr>
          <a:xfrm>
            <a:off x="9885003" y="1954764"/>
            <a:ext cx="2381641" cy="1869235"/>
            <a:chOff x="557502" y="718456"/>
            <a:chExt cx="2381641" cy="186923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622F503-9C15-47B2-BA28-8C011F9751E4}"/>
                </a:ext>
              </a:extLst>
            </p:cNvPr>
            <p:cNvSpPr/>
            <p:nvPr/>
          </p:nvSpPr>
          <p:spPr>
            <a:xfrm>
              <a:off x="557502" y="718456"/>
              <a:ext cx="2272004" cy="18521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121AFB8-3711-4BCE-BB54-3C7A346CFC79}"/>
                </a:ext>
              </a:extLst>
            </p:cNvPr>
            <p:cNvSpPr/>
            <p:nvPr/>
          </p:nvSpPr>
          <p:spPr>
            <a:xfrm>
              <a:off x="965714" y="891073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补偿数据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7C869D24-96E8-4D4D-9B11-E8ADE6FB040C}"/>
                </a:ext>
              </a:extLst>
            </p:cNvPr>
            <p:cNvSpPr/>
            <p:nvPr/>
          </p:nvSpPr>
          <p:spPr>
            <a:xfrm>
              <a:off x="965713" y="1911219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理想输入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4CCFB16-2451-4732-9DE9-B0E4A4489093}"/>
                </a:ext>
              </a:extLst>
            </p:cNvPr>
            <p:cNvSpPr txBox="1"/>
            <p:nvPr/>
          </p:nvSpPr>
          <p:spPr>
            <a:xfrm>
              <a:off x="2104053" y="2310692"/>
              <a:ext cx="83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结果分析</a:t>
              </a:r>
            </a:p>
          </p:txBody>
        </p: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0F2B1D3-7FDE-42A8-89A5-140E4523B6C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 flipH="1">
            <a:off x="10997676" y="2570585"/>
            <a:ext cx="1" cy="576942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EDAAC844-25EF-4A74-87DC-6ECD56824873}"/>
              </a:ext>
            </a:extLst>
          </p:cNvPr>
          <p:cNvSpPr txBox="1"/>
          <p:nvPr/>
        </p:nvSpPr>
        <p:spPr>
          <a:xfrm>
            <a:off x="10949860" y="2757198"/>
            <a:ext cx="554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对比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01FC4C-796C-470C-99F6-57329F9D4AFD}"/>
              </a:ext>
            </a:extLst>
          </p:cNvPr>
          <p:cNvSpPr txBox="1"/>
          <p:nvPr/>
        </p:nvSpPr>
        <p:spPr>
          <a:xfrm>
            <a:off x="2329667" y="1410569"/>
            <a:ext cx="1130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加速度计标定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688D6D9-E43F-424A-BF4F-4201AFC0968E}"/>
              </a:ext>
            </a:extLst>
          </p:cNvPr>
          <p:cNvSpPr/>
          <p:nvPr/>
        </p:nvSpPr>
        <p:spPr>
          <a:xfrm>
            <a:off x="2190618" y="4212586"/>
            <a:ext cx="1408923" cy="443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两位置法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8CBAA04-D360-44BA-AFFD-41DCDF03F62D}"/>
              </a:ext>
            </a:extLst>
          </p:cNvPr>
          <p:cNvSpPr/>
          <p:nvPr/>
        </p:nvSpPr>
        <p:spPr>
          <a:xfrm>
            <a:off x="2190617" y="873380"/>
            <a:ext cx="1408923" cy="443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六位置法</a:t>
            </a: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D29EFED-8B03-45DF-8707-295B91C3E077}"/>
              </a:ext>
            </a:extLst>
          </p:cNvPr>
          <p:cNvCxnSpPr>
            <a:cxnSpLocks/>
            <a:stCxn id="6" idx="0"/>
            <a:endCxn id="44" idx="1"/>
          </p:cNvCxnSpPr>
          <p:nvPr/>
        </p:nvCxnSpPr>
        <p:spPr>
          <a:xfrm rot="5400000" flipH="1" flipV="1">
            <a:off x="1311561" y="1075709"/>
            <a:ext cx="859782" cy="898329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22CDCD01-A7C1-47E5-9AAA-DCB79B606E9B}"/>
              </a:ext>
            </a:extLst>
          </p:cNvPr>
          <p:cNvCxnSpPr>
            <a:stCxn id="6" idx="2"/>
            <a:endCxn id="43" idx="1"/>
          </p:cNvCxnSpPr>
          <p:nvPr/>
        </p:nvCxnSpPr>
        <p:spPr>
          <a:xfrm rot="16200000" flipH="1">
            <a:off x="1427805" y="3671374"/>
            <a:ext cx="627297" cy="898330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EE7D9E7-ECDB-4395-85C4-4758D9D79725}"/>
              </a:ext>
            </a:extLst>
          </p:cNvPr>
          <p:cNvSpPr txBox="1"/>
          <p:nvPr/>
        </p:nvSpPr>
        <p:spPr>
          <a:xfrm>
            <a:off x="2380467" y="3865797"/>
            <a:ext cx="1130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陀螺仪标定</a:t>
            </a:r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52EC1F82-3721-4BCE-AE27-A8B4F8E831F7}"/>
              </a:ext>
            </a:extLst>
          </p:cNvPr>
          <p:cNvCxnSpPr>
            <a:stCxn id="43" idx="3"/>
            <a:endCxn id="17" idx="2"/>
          </p:cNvCxnSpPr>
          <p:nvPr/>
        </p:nvCxnSpPr>
        <p:spPr>
          <a:xfrm flipV="1">
            <a:off x="3599541" y="3806891"/>
            <a:ext cx="898331" cy="627297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DDC4B952-934D-4AA4-8E9B-00CE94F16415}"/>
              </a:ext>
            </a:extLst>
          </p:cNvPr>
          <p:cNvCxnSpPr>
            <a:stCxn id="44" idx="3"/>
            <a:endCxn id="17" idx="0"/>
          </p:cNvCxnSpPr>
          <p:nvPr/>
        </p:nvCxnSpPr>
        <p:spPr>
          <a:xfrm>
            <a:off x="3599540" y="1094982"/>
            <a:ext cx="898332" cy="859782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5A97DE1-BC1C-486F-93B3-B34C755A08E0}"/>
              </a:ext>
            </a:extLst>
          </p:cNvPr>
          <p:cNvCxnSpPr>
            <a:cxnSpLocks/>
          </p:cNvCxnSpPr>
          <p:nvPr/>
        </p:nvCxnSpPr>
        <p:spPr>
          <a:xfrm>
            <a:off x="5633874" y="2880827"/>
            <a:ext cx="104554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AF4EED63-E967-4CB4-B1EF-96919EE6D19F}"/>
              </a:ext>
            </a:extLst>
          </p:cNvPr>
          <p:cNvSpPr txBox="1"/>
          <p:nvPr/>
        </p:nvSpPr>
        <p:spPr>
          <a:xfrm>
            <a:off x="5750385" y="2563471"/>
            <a:ext cx="806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误差补偿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42DB60D-1DA8-4940-A71F-4B299DF1B0C0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>
            <a:off x="8951424" y="2880828"/>
            <a:ext cx="933579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8976B73E-71FE-41C3-A8CC-9254A24BA9FF}"/>
              </a:ext>
            </a:extLst>
          </p:cNvPr>
          <p:cNvGrpSpPr/>
          <p:nvPr/>
        </p:nvGrpSpPr>
        <p:grpSpPr>
          <a:xfrm>
            <a:off x="156286" y="1954764"/>
            <a:ext cx="2306997" cy="1852127"/>
            <a:chOff x="557502" y="718456"/>
            <a:chExt cx="2306997" cy="1852127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415EB15-2CDF-4BF8-906D-C1FC40431043}"/>
                </a:ext>
              </a:extLst>
            </p:cNvPr>
            <p:cNvSpPr/>
            <p:nvPr/>
          </p:nvSpPr>
          <p:spPr>
            <a:xfrm>
              <a:off x="557502" y="718456"/>
              <a:ext cx="2272004" cy="18521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F6FBBCFA-D026-4D4A-B06A-59931B48B971}"/>
                </a:ext>
              </a:extLst>
            </p:cNvPr>
            <p:cNvSpPr/>
            <p:nvPr/>
          </p:nvSpPr>
          <p:spPr>
            <a:xfrm>
              <a:off x="965715" y="107768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加速度计</a:t>
              </a: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4C6CA41F-D575-4536-A58B-54C634F04F61}"/>
                </a:ext>
              </a:extLst>
            </p:cNvPr>
            <p:cNvSpPr/>
            <p:nvPr/>
          </p:nvSpPr>
          <p:spPr>
            <a:xfrm>
              <a:off x="965714" y="1757266"/>
              <a:ext cx="1408923" cy="44320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陀螺仪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9A0D418-01FA-4570-9DF7-E0F2549F68EE}"/>
                </a:ext>
              </a:extLst>
            </p:cNvPr>
            <p:cNvSpPr txBox="1"/>
            <p:nvPr/>
          </p:nvSpPr>
          <p:spPr>
            <a:xfrm>
              <a:off x="2029409" y="2282701"/>
              <a:ext cx="83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原始数据</a:t>
              </a:r>
            </a:p>
          </p:txBody>
        </p:sp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415AED-4F95-4A13-BEE8-41961B42FC17}"/>
              </a:ext>
            </a:extLst>
          </p:cNvPr>
          <p:cNvSpPr/>
          <p:nvPr/>
        </p:nvSpPr>
        <p:spPr>
          <a:xfrm>
            <a:off x="5172058" y="1452320"/>
            <a:ext cx="1408923" cy="443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计算姿态角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137E1DF-F01C-4073-9BF6-5BB33E156A62}"/>
              </a:ext>
            </a:extLst>
          </p:cNvPr>
          <p:cNvSpPr/>
          <p:nvPr/>
        </p:nvSpPr>
        <p:spPr>
          <a:xfrm>
            <a:off x="5172059" y="3973144"/>
            <a:ext cx="1408923" cy="443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计算姿态角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874818F-91FF-48C2-A8DF-0EF0D71534F3}"/>
              </a:ext>
            </a:extLst>
          </p:cNvPr>
          <p:cNvSpPr txBox="1"/>
          <p:nvPr/>
        </p:nvSpPr>
        <p:spPr>
          <a:xfrm>
            <a:off x="2592381" y="2618698"/>
            <a:ext cx="96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静置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30min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9498192F-472A-4F50-AA5F-C75C3B8C58FA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>
          <a:xfrm flipV="1">
            <a:off x="2428290" y="1673922"/>
            <a:ext cx="2743768" cy="1206906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9F4A0706-CECD-4B1F-B203-AF3B2D8F7165}"/>
              </a:ext>
            </a:extLst>
          </p:cNvPr>
          <p:cNvCxnSpPr>
            <a:stCxn id="39" idx="3"/>
            <a:endCxn id="49" idx="1"/>
          </p:cNvCxnSpPr>
          <p:nvPr/>
        </p:nvCxnSpPr>
        <p:spPr>
          <a:xfrm>
            <a:off x="2428290" y="2880828"/>
            <a:ext cx="2743769" cy="1313918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7BF7ADB-C048-4090-8656-3A7A5E9ABB3D}"/>
              </a:ext>
            </a:extLst>
          </p:cNvPr>
          <p:cNvSpPr/>
          <p:nvPr/>
        </p:nvSpPr>
        <p:spPr>
          <a:xfrm>
            <a:off x="5169142" y="2657648"/>
            <a:ext cx="1408923" cy="443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计算姿态角</a:t>
            </a: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4613273D-BDC6-4030-B070-19D6DC39F517}"/>
              </a:ext>
            </a:extLst>
          </p:cNvPr>
          <p:cNvCxnSpPr>
            <a:stCxn id="39" idx="3"/>
            <a:endCxn id="58" idx="1"/>
          </p:cNvCxnSpPr>
          <p:nvPr/>
        </p:nvCxnSpPr>
        <p:spPr>
          <a:xfrm flipV="1">
            <a:off x="2428290" y="2879250"/>
            <a:ext cx="2740852" cy="1578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985909E7-1F4E-4221-9365-930D47998871}"/>
              </a:ext>
            </a:extLst>
          </p:cNvPr>
          <p:cNvSpPr txBox="1"/>
          <p:nvPr/>
        </p:nvSpPr>
        <p:spPr>
          <a:xfrm>
            <a:off x="3902294" y="1396923"/>
            <a:ext cx="1408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整段数据平均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95AE12C-51B4-498D-B743-2EC65FB74513}"/>
              </a:ext>
            </a:extLst>
          </p:cNvPr>
          <p:cNvSpPr txBox="1"/>
          <p:nvPr/>
        </p:nvSpPr>
        <p:spPr>
          <a:xfrm>
            <a:off x="3928406" y="2575342"/>
            <a:ext cx="1408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每秒数据平均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FA26FFA-1CE7-4423-B489-40BE85C8A9C4}"/>
              </a:ext>
            </a:extLst>
          </p:cNvPr>
          <p:cNvSpPr txBox="1"/>
          <p:nvPr/>
        </p:nvSpPr>
        <p:spPr>
          <a:xfrm>
            <a:off x="3985752" y="3917747"/>
            <a:ext cx="1408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单历元数据</a:t>
            </a: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A47D8999-915D-4982-A038-D28AC9587AF4}"/>
              </a:ext>
            </a:extLst>
          </p:cNvPr>
          <p:cNvGrpSpPr/>
          <p:nvPr/>
        </p:nvGrpSpPr>
        <p:grpSpPr>
          <a:xfrm>
            <a:off x="9254177" y="1954764"/>
            <a:ext cx="2615089" cy="1856889"/>
            <a:chOff x="8256810" y="2579812"/>
            <a:chExt cx="2615089" cy="1856889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BB2FD90C-6516-48A0-9580-1301968E321D}"/>
                </a:ext>
              </a:extLst>
            </p:cNvPr>
            <p:cNvGrpSpPr/>
            <p:nvPr/>
          </p:nvGrpSpPr>
          <p:grpSpPr>
            <a:xfrm>
              <a:off x="8256810" y="2579812"/>
              <a:ext cx="2615089" cy="1856889"/>
              <a:chOff x="557502" y="718456"/>
              <a:chExt cx="2615089" cy="1856889"/>
            </a:xfrm>
          </p:grpSpPr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287C5C6A-B50D-4042-A328-C6074C0BB709}"/>
                  </a:ext>
                </a:extLst>
              </p:cNvPr>
              <p:cNvSpPr/>
              <p:nvPr/>
            </p:nvSpPr>
            <p:spPr>
              <a:xfrm>
                <a:off x="557502" y="718456"/>
                <a:ext cx="2272004" cy="18521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8AAA8F80-C926-4E92-91FC-5726BE1A5647}"/>
                  </a:ext>
                </a:extLst>
              </p:cNvPr>
              <p:cNvSpPr/>
              <p:nvPr/>
            </p:nvSpPr>
            <p:spPr>
              <a:xfrm>
                <a:off x="989042" y="843595"/>
                <a:ext cx="1408923" cy="44320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零偏</a:t>
                </a:r>
              </a:p>
            </p:txBody>
          </p:sp>
          <p:sp>
            <p:nvSpPr>
              <p:cNvPr id="84" name="矩形: 圆角 83">
                <a:extLst>
                  <a:ext uri="{FF2B5EF4-FFF2-40B4-BE49-F238E27FC236}">
                    <a16:creationId xmlns:a16="http://schemas.microsoft.com/office/drawing/2014/main" id="{8D953834-B49E-43F5-9ED7-5D9CA55F32DE}"/>
                  </a:ext>
                </a:extLst>
              </p:cNvPr>
              <p:cNvSpPr/>
              <p:nvPr/>
            </p:nvSpPr>
            <p:spPr>
              <a:xfrm>
                <a:off x="989042" y="1982897"/>
                <a:ext cx="1408923" cy="44320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白噪声</a:t>
                </a: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B9ABDD5-2C27-4BE4-885B-2DDD697FA54F}"/>
                  </a:ext>
                </a:extLst>
              </p:cNvPr>
              <p:cNvSpPr txBox="1"/>
              <p:nvPr/>
            </p:nvSpPr>
            <p:spPr>
              <a:xfrm>
                <a:off x="2337501" y="2298346"/>
                <a:ext cx="8350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误差</a:t>
                </a:r>
              </a:p>
            </p:txBody>
          </p:sp>
        </p:grp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661391C3-981A-473F-8166-1D6A35F84FD5}"/>
                </a:ext>
              </a:extLst>
            </p:cNvPr>
            <p:cNvCxnSpPr>
              <a:stCxn id="83" idx="2"/>
              <a:endCxn id="84" idx="0"/>
            </p:cNvCxnSpPr>
            <p:nvPr/>
          </p:nvCxnSpPr>
          <p:spPr>
            <a:xfrm>
              <a:off x="9392812" y="3148155"/>
              <a:ext cx="0" cy="69609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028026ED-1981-41A1-9F1B-3FCE671A457A}"/>
                </a:ext>
              </a:extLst>
            </p:cNvPr>
            <p:cNvSpPr txBox="1"/>
            <p:nvPr/>
          </p:nvSpPr>
          <p:spPr>
            <a:xfrm>
              <a:off x="9392811" y="3367375"/>
              <a:ext cx="6634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对比</a:t>
              </a:r>
            </a:p>
          </p:txBody>
        </p:sp>
      </p:grp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BC44D2CF-47B3-4859-9242-E1FAE774F8E5}"/>
              </a:ext>
            </a:extLst>
          </p:cNvPr>
          <p:cNvCxnSpPr>
            <a:cxnSpLocks/>
            <a:stCxn id="46" idx="3"/>
            <a:endCxn id="82" idx="1"/>
          </p:cNvCxnSpPr>
          <p:nvPr/>
        </p:nvCxnSpPr>
        <p:spPr>
          <a:xfrm>
            <a:off x="6580981" y="1673922"/>
            <a:ext cx="2673196" cy="1206906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0F877E7F-9F51-4861-AC47-E12D1AF99551}"/>
              </a:ext>
            </a:extLst>
          </p:cNvPr>
          <p:cNvCxnSpPr>
            <a:stCxn id="58" idx="3"/>
            <a:endCxn id="82" idx="1"/>
          </p:cNvCxnSpPr>
          <p:nvPr/>
        </p:nvCxnSpPr>
        <p:spPr>
          <a:xfrm>
            <a:off x="6578065" y="2879250"/>
            <a:ext cx="2676112" cy="1578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9C190A71-A788-48B4-A95C-20BF474A8F32}"/>
              </a:ext>
            </a:extLst>
          </p:cNvPr>
          <p:cNvCxnSpPr>
            <a:stCxn id="49" idx="3"/>
            <a:endCxn id="82" idx="1"/>
          </p:cNvCxnSpPr>
          <p:nvPr/>
        </p:nvCxnSpPr>
        <p:spPr>
          <a:xfrm flipV="1">
            <a:off x="6580982" y="2880828"/>
            <a:ext cx="2673195" cy="1313918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3A653E98-2EB3-46E0-8E51-9FE0B40FCF30}"/>
              </a:ext>
            </a:extLst>
          </p:cNvPr>
          <p:cNvSpPr txBox="1"/>
          <p:nvPr/>
        </p:nvSpPr>
        <p:spPr>
          <a:xfrm>
            <a:off x="8118176" y="2604361"/>
            <a:ext cx="96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误差分析</a:t>
            </a:r>
          </a:p>
        </p:txBody>
      </p:sp>
    </p:spTree>
    <p:extLst>
      <p:ext uri="{BB962C8B-B14F-4D97-AF65-F5344CB8AC3E}">
        <p14:creationId xmlns:p14="http://schemas.microsoft.com/office/powerpoint/2010/main" val="405518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</Words>
  <Application>Microsoft Office PowerPoint</Application>
  <PresentationFormat>宽屏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钰豪 郭</dc:creator>
  <cp:lastModifiedBy>钰豪 郭</cp:lastModifiedBy>
  <cp:revision>6</cp:revision>
  <dcterms:created xsi:type="dcterms:W3CDTF">2025-10-28T10:24:59Z</dcterms:created>
  <dcterms:modified xsi:type="dcterms:W3CDTF">2025-10-28T10:57:42Z</dcterms:modified>
</cp:coreProperties>
</file>